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F59E0B"/>
                </a:solidFill>
              </a:defRPr>
            </a:pPr>
            <a:r>
              <a:t>SajuChain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Destiny on Chain: Where Ancient Wisdom Meets Eternal Ledger</a:t>
            </a:r>
          </a:p>
          <a:p>
            <a:r>
              <a:t>Investor Presentation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The Problem: Uncertainty &amp; Ephemerality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Subjective Interpretation: Relies on individual skill, inconsistent results.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Lack of Permanence: Physical amulets lost. No digital record.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Data Privacy: Sensitive birth data shared with unverified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The Solution: SajuChain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1. Algorithmic Precision: lunar-javascript + GPT-4o.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2. Immutable Ownership: Minted as Compressed NFTs (cNFT) on Solana.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3. Digital Mysticism: Ritualistic UI/UX.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Frontend: Next.js 16, Tailwind CSS v4, Framer Motion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Blockchain: Solana Web3.js, Metaplex (Umi)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AI Engine: Hybrid Logic (Deterministic + Generative)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Roadmap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Phase 1 (Now): MVP, Devnet, UI/UX V2 (Completed)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Phase 2 (Q3 2026): Mainnet, Mobile App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Phase 3 (2027): Oracle DAO, Metaverse Identity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